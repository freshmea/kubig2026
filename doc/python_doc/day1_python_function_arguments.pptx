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함수 활용 전체 지도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함수는 입력(argument)을 받아 처리하고, 결과(return)를 돌려주는 재사용 가능한 코드 블록입니다.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1737360" cy="137160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Argument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positional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keyword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default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*args / **kwargs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3160" y="2971800"/>
            <a:ext cx="132588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840480" y="2057400"/>
            <a:ext cx="2103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Function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 name(...):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처리 코드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  return 결과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080760" y="2971800"/>
            <a:ext cx="132588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543800" y="1828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0" y="2331720"/>
            <a:ext cx="1828800" cy="1371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값(tuple)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dict/list 객체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55480" y="1828800"/>
            <a:ext cx="1965960" cy="23774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관점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코드 재사용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센서 처리 분리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테스트 쉬움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• API/DB 코드 정리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10927080" cy="457200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목표: 함수 호출 방식과 반환값을 이해하고, 센서 데이터 처리 함수로 연결하기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정의와 호출의 기본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함수는 이름, 매개변수(parameter), 본문, 반환값으로 구성됩니다.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4754880" cy="297180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read_sensor(name, unit):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24.5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f"{name}: {value}{unit}"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read_sensor("TEMP", "°C")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1645920" cy="329184"/>
          </a:xfrm>
          <a:prstGeom prst="rect">
            <a:avLst/>
          </a:prstGeom>
          <a:solidFill>
            <a:srgbClr val="EAF3FF"/>
          </a:solidFill>
          <a:ln w="12700"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정의 def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4709160"/>
            <a:ext cx="1371600" cy="329184"/>
          </a:xfrm>
          <a:prstGeom prst="rect">
            <a:avLst/>
          </a:prstGeom>
          <a:solidFill>
            <a:srgbClr val="EAF3FF"/>
          </a:solidFill>
          <a:ln w="12700"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06240" y="4709160"/>
            <a:ext cx="914400" cy="329184"/>
          </a:xfrm>
          <a:prstGeom prst="rect">
            <a:avLst/>
          </a:prstGeom>
          <a:solidFill>
            <a:srgbClr val="EAF3FF"/>
          </a:solidFill>
          <a:ln w="12700"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1508760"/>
            <a:ext cx="1920240" cy="105156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parameter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정의에서 받는 이름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name, unit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852160" y="2743200"/>
            <a:ext cx="1920240" cy="105156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argument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호출 때 전달하는 실제 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"TEMP", "°C"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1508760"/>
            <a:ext cx="324612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용어 구분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parameter는 함수의 입력 칸이고, argument는 그 칸에 실제로 넣는 값입니다.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 함수의 매개변수와 같은 개념으로 이해하면 쉽습니다.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함수는 “입력값을 받는 이름”과 “실제로 전달되는 값”을 구분해서 이해합니다.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Argument 종류 한눈에 보기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함수는 호출 방법에 따라 다양한 argument 방식을 지원합니다.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4173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Positional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순서대로 전달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Keyword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이름을 지정해 전달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92440" y="1417320"/>
            <a:ext cx="32461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Default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기본값을 가진 인자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3246120" cy="114300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*args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값을 tuple로 받음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43400" y="2926080"/>
            <a:ext cx="3246120" cy="114300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**kwargs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이름 값을 dict로 받음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92440" y="2926080"/>
            <a:ext cx="3246120" cy="114300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/ 와 *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전용 / 키워드 전용 제어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4617720"/>
            <a:ext cx="9784080" cy="6400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f(pos_only, /, normal, default=10, *args, kw_only, **kwargs):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5394960"/>
            <a:ext cx="9921240" cy="411480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정의 순서: positional-only → 일반/기본값 → *args → keyword-only → **kwargs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Positional argument와 Keyword argument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함수라도 “순서로 전달”하거나 “이름으로 전달”할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5212080" cy="306324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connect_serial(port, baudrate):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print(port, baudrate)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connect_serial("COM3", 9600)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connect_serial(port="COM3", baudrate=9600)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connect_serial(baudrate=9600, port="COM3")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224028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Positional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순서가 중요합니다.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짧고 간단하지만 인자가 많으면 헷갈릴 수 있습니다.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06840" y="1508760"/>
            <a:ext cx="2240280" cy="1463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Keyword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이름이 명확합니다.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순서를 바꿔도 의미가 유지됩니다.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3703320"/>
            <a:ext cx="237744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400800" y="4160520"/>
            <a:ext cx="4846320" cy="64008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인자가 3개 이상이면 keyword argument를 적극 사용하면 코드의 의미가 분명해집니다.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166360"/>
            <a:ext cx="10332720" cy="4114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 추천: 설정값, 옵션값, 경로, 포트번호는 keyword로 명시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Default argument 사용법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기본값을 지정하면 호출자가 생략해도 함수가 동작합니다.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120640" cy="283464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read_sensor(name, unit="°C", retry=3):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print(name, unit, retry)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read_sensor("TEMP")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read_sensor("HUMI", unit="%")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read_sensor("LIGHT", unit="lux", retry=5)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72200" y="1417320"/>
            <a:ext cx="228600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사용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자주 쓰는 값은 default로 지정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호출 코드가 짧아짐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69680" y="1417320"/>
            <a:ext cx="233172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주의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default 인자는 일반 인자 뒤에 작성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 f(a, b=1) 형태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72200" y="2788920"/>
            <a:ext cx="5029200" cy="237744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주의: mutable default 피하기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append_log(value, logs=[]):   # 나쁜 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logs.append(value)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logs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append_log(value, logs=None): # 좋은 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logs is None: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logs =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logs.append(value)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10332720" cy="41148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default argument는 편리하지만, list/dict 같은 변경 가능한 기본값은 None 패턴을 사용합니다.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*args: 여러 값을 tuple로 받기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개수가 정해지지 않은 positional argument는 *args로 받을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212080" cy="29260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average(*values):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print(type(values))  # tuple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sum(values) / len(values)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print(average(10, 20, 30))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print(average(24.5, 25.0, 24.8, 25.1))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1417320"/>
            <a:ext cx="20116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전달된 값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10, 20, 30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58200" y="2011680"/>
            <a:ext cx="68580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281160" y="1417320"/>
            <a:ext cx="210312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내부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values = (10,20,30)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tuple 형태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663440" cy="128016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 상황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여러 개의 측정값 평균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로그 메시지 여러 개 출력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옵션 개수가 유동적인 함수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349240"/>
            <a:ext cx="10241280" cy="438912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*args는 “여러 개의 값”을 하나의 tuple로 묶어 받는 방식입니다.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**kwargs: 여러 이름 값을 dict로 받기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개수가 정해지지 않은 keyword argument는 **kwargs로 받을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212080" cy="29260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create_sensor_record(**fields):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print(type(fields))  # dict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fields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= create_sensor_record(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name="TEMP", value=24.5, unit="°C"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263640" y="1325880"/>
            <a:ext cx="210312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호출 코드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name="TEMP"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value=24.5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unit="°C"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3920" y="1938528"/>
            <a:ext cx="68580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281160" y="1325880"/>
            <a:ext cx="2240280" cy="123444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내부</a:t>
            </a:r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fields = 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"name": "TEMP",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"value": 24.5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}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3640" y="3154680"/>
            <a:ext cx="5257800" cy="13258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활용 상황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설정값 전달, API 요청 파라미터, 센서 데이터 dict 생성, 옵션이 많은 함수 설계에 적합합니다.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5376672"/>
            <a:ext cx="10241280" cy="438912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**kwargs는 “이름이 붙은 여러 값”을 하나의 dict로 묶어 받습니다.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Argument unpacking: tuple/list와 dict를 펼쳐 전달하기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이미 묶여 있는 데이터를 함수 호출 시 펼쳐 넣을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577840" cy="33832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connect(port, baudrate, timeout=1):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print(port, baudrate, timeout)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("COM3", 9600)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connect(*args)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 = {"port": "COM3", "baudrate": 9600, "timeout": 2}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connect(**options)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417320"/>
            <a:ext cx="20116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*tuple/list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순서대로 펼침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connect(*args)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89720" y="1417320"/>
            <a:ext cx="201168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**dict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이름으로 펼침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connect(**options)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29400" y="2971800"/>
            <a:ext cx="4572000" cy="141732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활용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설정 파일에서 읽은 dict를 함수에 전달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설정 튜플을 반복문에서 전달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데이터를 간단히 주입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10241280" cy="384048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함수 밖에서는 tuple/dict로 관리하고, 호출 순간에 * 또는 **로 펼칠 수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인자 정의 순서와 제어 기호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 와 * 를 사용하면 호출 방식을 명확하게 제한할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669280" cy="31546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sample(a, /, b, c=10, *args, d, e=20, **kwargs):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a: positional-only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b, c: positional or keyword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args: 남는 positional 값 tuple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d, e: keyword-only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kwargs: 남는 keyword 값 dict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29400" y="1417320"/>
            <a:ext cx="2194560" cy="10515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 앞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위치 전용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이름으로 호출 불가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1417320"/>
            <a:ext cx="2194560" cy="10515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* 뒤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 전용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이름을 꼭 써야 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834640"/>
            <a:ext cx="4709160" cy="118872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사용할까?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라이브러리 API처럼 호출 방식을 고정하고 싶을 때, 실수로 잘못된 위치에 값을 넣는 문제를 줄일 수 있습니다.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5440680"/>
            <a:ext cx="10241280" cy="411480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정의 순서: positional-only → 일반 인자 → default → *args → keyword-only → **kwargs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return: 함수의 결과 돌려주기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return은 함수 실행 결과를 호출한 곳으로 전달합니다.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5486400" cy="301752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parse_sensor(line):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 value = line.split(":")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name, float(value)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parse_sensor("TEMP:24.5")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       # ('TEMP', 24.5)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value = result   # tuple unpacking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1417320"/>
            <a:ext cx="2011680" cy="10972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 없음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자동으로 None 반환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0" y="1417320"/>
            <a:ext cx="2011680" cy="10972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단일 값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 value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834640"/>
            <a:ext cx="443484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값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return a, b, c 는 실제로 tuple 하나를 반환합니다.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예: return name, value → (name, value)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5394960"/>
            <a:ext cx="10241280" cy="438912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핵심: Python의 “여러 개 return”은 tuple packing과 unpacking으로 동작합니다.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tuple과 dict로 데이터를 주고받는 함수 패턴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데이터처럼 구조가 있는 값은 tuple 또는 dict로 다룰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486400" cy="347472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tuple 반환: 순서가 중요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read_temp():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"TEMP", 24.5, "°C"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value, unit = read_temp()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 반환: 이름이 명확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read_temp_dict():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{"name": "TEMP", "value": 24.5, "unit": "°C"}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 = read_temp_dict()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92240" y="1417320"/>
            <a:ext cx="2240280" cy="1325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tuple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짧고 빠름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순서 기반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간단한 다중 반환에 적합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1417320"/>
            <a:ext cx="2240280" cy="132588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의미가 명확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기반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API/JSON/DB와 잘 연결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3337560"/>
            <a:ext cx="155448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0" y="3337560"/>
            <a:ext cx="155448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00800" y="3749040"/>
            <a:ext cx="5074920" cy="457200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내부 처리 → dict 반환 → JSON 응답 또는 DB 저장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5486400"/>
            <a:ext cx="10241280" cy="384048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추천: 간단한 내부 계산은 tuple, 외부 연동/API/저장은 dict를 사용하면 이해하기 쉽습니다.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센서 데이터 처리 함수 설계 예시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함수는 작게 나누고, 입력과 출력을 명확하게 만들면 프로젝트 관리가 쉬워집니다.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5577840" cy="324612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parse_line(line):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 raw = line.split(":")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name, float(raw)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make_record(name, value, unit="°C", **meta):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{"name": name, "value": value, "unit": unit, **meta}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save_record(record, path="sensor.csv"):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21031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문자열 파싱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TEMP:24.5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869680" y="1417320"/>
            <a:ext cx="21031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값 검증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/ 타입 확인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46520" y="2834640"/>
            <a:ext cx="21031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record 생성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 구조화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869680" y="2834640"/>
            <a:ext cx="2103120" cy="109728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저장/전송</a:t>
            </a:r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CSV · DB · API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5074920"/>
            <a:ext cx="10149840" cy="502920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파이프라인: 입력 문자열 → 파싱 → 검증 → dict 변환 → 저장/전송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함수 설계 체크리스트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함수의 역할이 명확하면 디버깅, 테스트, 협업이 쉬워집니다.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417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가지 역할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함수 하나는 하나의 목적만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1417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입력/출력 명확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argument와 return을 문서화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83880" y="1417320"/>
            <a:ext cx="3200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이름을 구체적으로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read, parse, validate, save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3200400" cy="10972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부작용 최소화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전역 변수 변경 줄이기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34840" y="2971800"/>
            <a:ext cx="3200400" cy="10972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타입 힌트 사용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 f(x: int) -&gt; int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83880" y="2971800"/>
            <a:ext cx="3200400" cy="1097280"/>
          </a:xfrm>
          <a:prstGeom prst="rect">
            <a:avLst/>
          </a:prstGeom>
          <a:solidFill>
            <a:srgbClr val="F7FA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쉬운 구조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하드웨어 의존성 분리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43000" y="4617720"/>
            <a:ext cx="4800600" cy="77724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parse_line(line: str) -&gt; tuple[str, float]: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 raw = line.split(":")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name, float(raw)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4754880" cy="82296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관리 관점</a:t>
            </a:r>
            <a:pPr indent="0" marL="0">
              <a:buNone/>
            </a:pP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좋은 함수는 모듈화, 재사용, 테스트, 유지보수의 기본 단위입니다.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566928" cy="457200"/>
          </a:xfrm>
          <a:prstGeom prst="rect">
            <a:avLst/>
          </a:prstGeom>
          <a:solidFill>
            <a:srgbClr val="0B55D9"/>
          </a:solidFill>
          <a:ln>
            <a:solidFill>
              <a:srgbClr val="0B55D9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960120" y="16459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실습: 함수로 센서 로그 처리하기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87552" y="66751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E6A7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배운 argument와 return을 이용해 작은 데이터 처리 흐름을 구현합니다.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74320" y="1069848"/>
            <a:ext cx="11612880" cy="0"/>
          </a:xfrm>
          <a:prstGeom prst="line">
            <a:avLst/>
          </a:prstGeom>
          <a:noFill/>
          <a:ln w="13970">
            <a:solidFill>
              <a:srgbClr val="0B5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B55D9"/>
          </a:solidFill>
          <a:ln w="12700">
            <a:solidFill>
              <a:srgbClr val="0B5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 추가. Python 함수 · Argument ·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384280" y="63459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274320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55D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1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parse_line(line)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문자열을 name, value로 분리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49040" y="1417320"/>
            <a:ext cx="2743200" cy="1143000"/>
          </a:xfrm>
          <a:prstGeom prst="rect">
            <a:avLst/>
          </a:prstGeom>
          <a:solidFill>
            <a:srgbClr val="F0FDF4"/>
          </a:solidFill>
          <a:ln w="12700">
            <a:solidFill>
              <a:srgbClr val="B8E6C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C8C5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2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validate_value(value, min=0, max=100)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범위 확인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1417320"/>
            <a:ext cx="2743200" cy="1143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make_record(name, value, **meta)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 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0" y="1417320"/>
            <a:ext cx="169164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4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save_record(record)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0" y="1984248"/>
            <a:ext cx="22860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1984248"/>
            <a:ext cx="22860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09760" y="1984248"/>
            <a:ext cx="228600" cy="0"/>
          </a:xfrm>
          <a:prstGeom prst="line">
            <a:avLst/>
          </a:prstGeom>
          <a:noFill/>
          <a:ln w="25400">
            <a:solidFill>
              <a:srgbClr val="0B55D9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97280" y="3154680"/>
            <a:ext cx="9966960" cy="1554480"/>
          </a:xfrm>
          <a:prstGeom prst="rect">
            <a:avLst/>
          </a:prstGeom>
          <a:solidFill>
            <a:srgbClr val="FBFDFF"/>
          </a:solidFill>
          <a:ln w="12700">
            <a:solidFill>
              <a:srgbClr val="BFD5F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= "TEMP:24.5"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name, value = parse_line(line)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validate_value(value, min=-20, max=80):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 = make_record(name, value, unit="°C", device="arduino-1")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save_record(record)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5349240"/>
            <a:ext cx="10424160" cy="438912"/>
          </a:xfrm>
          <a:prstGeom prst="rect">
            <a:avLst/>
          </a:prstGeom>
          <a:solidFill>
            <a:srgbClr val="EAF3FF"/>
          </a:solidFill>
          <a:ln>
            <a:solidFill>
              <a:srgbClr val="BFD5F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71A4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목표: 함수 조합으로 “읽기 → 파싱 → 검증 → 저장” 흐름을 완성합니다.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추가 교육 자료 - Python 함수와 Argument 활용</dc:title>
  <dc:subject>Day 1 Python Functions - arguments and return values</dc:subject>
  <dc:creator>OpenAI</dc:creator>
  <cp:lastModifiedBy>OpenAI</cp:lastModifiedBy>
  <cp:revision>1</cp:revision>
  <dcterms:created xsi:type="dcterms:W3CDTF">2026-05-22T01:40:35Z</dcterms:created>
  <dcterms:modified xsi:type="dcterms:W3CDTF">2026-05-22T01:40:35Z</dcterms:modified>
</cp:coreProperties>
</file>