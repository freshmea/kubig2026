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4937760" cy="0"/>
          </a:xfrm>
          <a:prstGeom prst="line">
            <a:avLst/>
          </a:prstGeom>
          <a:noFill/>
          <a:ln w="15240">
            <a:solidFill>
              <a:srgbClr val="1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임베디드 · IoT 개발자 과정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6437376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🐍  Day 3 추가. Python Class · Metaprogramming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Python 클래스 메타프로그래밍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런타임에 객체와 클래스를 관찰하고, 속성과 메서드를 동적으로 다룹니다.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830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핵심 개념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176272"/>
            <a:ext cx="288950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Python의 클래스도 객체입니다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속성은 런타임에 조회·추가·삭제 가능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함수도 객체라서 메서드로 연결 가능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164592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78308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수업 목표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61688" y="2176272"/>
            <a:ext cx="311810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dir / vars / __dict__로 구조 보기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getattr / setattr / delattr 활용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동적 메서드 추가 실습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안전한 사용 기준 이해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78308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IoT 프로젝트 활용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02168" y="2176272"/>
            <a:ext cx="311810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 필드 자동 등록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설정값 자동 바인딩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플러그인 형태 기능 추가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대시보드 표시 항목 자동 구성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메타프로그래밍은 코드를 “데이터처럼 다루는” Python의 강력한 기능입니다.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왜 메타프로그래밍을 배우는가?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프로젝트가 커질수록 반복 코드를 줄이고, 구조를 자동화해야 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7F7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459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일반 코드의 한계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039112"/>
            <a:ext cx="316382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 종류가 늘면 if문 증가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비슷한 속성 처리 코드 반복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설정값이 바뀔 때 코드 수정 필요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확장 기능 추가가 번거로움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2971800"/>
            <a:ext cx="822960" cy="0"/>
          </a:xfrm>
          <a:prstGeom prst="line">
            <a:avLst/>
          </a:prstGeom>
          <a:noFill/>
          <a:ln w="27940">
            <a:solidFill>
              <a:srgbClr val="0B5C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150876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2392" y="16459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메타프로그래밍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58968" y="2039112"/>
            <a:ext cx="252374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객체 내부 구조 관찰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이름으로 속성 접근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런타임에 속성/메서드 추가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반복 코드를 자동화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39328" y="2971800"/>
            <a:ext cx="822960" cy="0"/>
          </a:xfrm>
          <a:prstGeom prst="line">
            <a:avLst/>
          </a:prstGeom>
          <a:noFill/>
          <a:ln w="27940">
            <a:solidFill>
              <a:srgbClr val="0B5C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150876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1472" y="16459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결과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8048" y="2039112"/>
            <a:ext cx="206654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유연한 구조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확장 쉬움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플러그인화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자동 설정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메타프로그래밍은 “어떻게 실행할지”를 코드가 스스로 판단하게 만드는 기술입니다.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속성은 어디에 저장되는가?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대부분의 객체 속성은 __dict__라는 딕셔너리에 저장됩니다.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예제 클래스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602736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Sensor: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unit = "C"        # class attribute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__init__(self, name):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self.name = name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self.value = 0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 = Sensor("TEMP")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2834640"/>
          </a:xfrm>
          <a:prstGeom prst="roundRect">
            <a:avLst>
              <a:gd name="adj" fmla="val 2581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6459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인스턴스 __dict__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4608" y="2039112"/>
            <a:ext cx="279806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s.__dict__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'name': 'TEMP',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'value':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459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클래스 __dict__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93608" y="2039112"/>
            <a:ext cx="3163824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Sensor.__dict__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'unit': 'C',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'__init__': &lt;function&gt;,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Python 객체는 “속성 이름 → 값” 구조를 갖기 때문에 런타임 변경이 자연스럽습니다.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객체 구조 확인하기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dir(), vars(), __dict__로 객체 내부를 관찰합니다.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dir(obj)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사용 가능한 이름 목록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상속받은 이름도 포함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자동완성/디버깅에 유용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3493008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vars(obj)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94176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obj.__dict__와 유사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객체별 실제 저장값 확인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속성 기반 처리에 사용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6483096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type(obj)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84264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객체의 클래스 확인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동적 처리 전 검증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</a:rPr>
              <a:t>• 디버깅 시 자주 사용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9491472" y="1463040"/>
            <a:ext cx="2194560" cy="347472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5727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확인 코드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56064" y="1901952"/>
            <a:ext cx="186537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print(dir(s))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print(vars(s))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print(type(s))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객체를 다루기 전에 “무엇을 가지고 있는지” 먼저 확인하는 습관이 중요합니다.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이름으로 속성 읽기: getattr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문자열 이름으로 속성을 읽으면 동적인 코드를 만들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동적 속성 읽기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877056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field = "temperature"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 = SensorData(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temperature=24.5,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humidity=60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getattr(data, field)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print(value)   # 24.5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50876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6459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getattr 사용법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2039112"/>
            <a:ext cx="2706624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getattr(obj, name)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getattr(obj, name, default)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속성 이름을 변수로 관리 가능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없을 때 기본값 지정 가능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50876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6459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IoT 활용 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22208" y="2039112"/>
            <a:ext cx="2980944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대시보드 표시 필드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CSV 컬럼명으로 값 읽기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센서별 설정값 자동 로딩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플러그인 옵션 조회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getattr은 “객체.속성” 문법을 문자열 기반으로 바꿔주는 도구입니다.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속성 추가와 수정: setattr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런타임에 객체에 새 속성을 추가하거나 기존 값을 바꿀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206240" cy="3337560"/>
          </a:xfrm>
          <a:prstGeom prst="roundRect">
            <a:avLst>
              <a:gd name="adj" fmla="val 2192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setattr 예제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87705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 = Sensor("TEMP")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setattr(s, "value", 24.5)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setattr(s, "unit", "°C")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setattr(s, "status", "ok")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print(s.__dict__)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508760"/>
            <a:ext cx="3017520" cy="3337560"/>
          </a:xfrm>
          <a:prstGeom prst="roundRect">
            <a:avLst>
              <a:gd name="adj" fmla="val 2424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64592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실행 결과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2039112"/>
            <a:ext cx="261518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'name': 'TEMP',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'value': 24.5,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'unit': '°C',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  'status': 'ok'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508760"/>
            <a:ext cx="3474720" cy="3337560"/>
          </a:xfrm>
          <a:prstGeom prst="roundRect">
            <a:avLst>
              <a:gd name="adj" fmla="val 2192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6459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활용 패턴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30768" y="2039112"/>
            <a:ext cx="307238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설정 파일을 객체에 자동 반영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센서 이름에 따라 필드 자동 생성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폼 입력값을 모델 객체로 변환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테스트용 속성 임시 주입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setattr은 강력하지만 오타로 잘못된 속성이 생길 수 있어 검증이 필요합니다.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속성 존재 확인과 삭제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hasattr과 delattr로 안전하게 속성을 관리합니다.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hasattr / delattr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47672"/>
            <a:ext cx="3694176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hasattr(s, "status"):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print("상태 있음")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delattr(s, "status")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getattr(s, "status", "unknown")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print(value)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FFF8E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6459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주의할 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56048" y="2039112"/>
            <a:ext cx="270662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삭제 후 접근하면 AttributeError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기본값을 둔 getattr 권장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필수 속성은 삭제하지 않기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상태 초기화와 삭제를 구분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508760"/>
            <a:ext cx="3566160" cy="3154680"/>
          </a:xfrm>
          <a:prstGeom prst="roundRect">
            <a:avLst>
              <a:gd name="adj" fmla="val 2319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6459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실습 아이디어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2039112"/>
            <a:ext cx="316382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 객체에 status 추가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오류 발생 시 status 변경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복구 후 임시 error_msg 삭제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삭제 전 hasattr로 확인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동적 삭제는 “임시 상태” 관리에는 좋지만 핵심 데이터 구조에는 신중해야 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클래스 속성과 인스턴스 속성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같은 이름이라도 저장 위치가 다르면 의미가 달라집니다.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예제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314553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Sensor: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unit = "C"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 = Sensor()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s2 = Sensor()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s1.unit = "F"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print(s1.unit)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print(s2.unit)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600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클래스 속성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53128" y="1993392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클래스 객체에 저장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모든 인스턴스가 공유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공통 설정값에 적합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Sensor.unit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146304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600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인스턴스 속성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10728" y="1993392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개별 객체에 저장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객체마다 다른 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 측정값에 적합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s1.unit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동적으로 속성을 추가할 때 “클래스에 붙일지, 객체에 붙일지”를 먼저 결정해야 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런타임에 메서드 추가하기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함수도 객체이므로 클래스나 인스턴스에 연결할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66344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클래스에 메서드 추가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433425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show(self):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print(self.name, self.value)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Sensor.show = show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 = Sensor("TEMP")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s.value = 24.5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s.show()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486400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동작 방식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87568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show는 일반 함수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클래스에 붙이면 메서드처럼 동작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호출 시 self가 자동 전달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기존 객체도 새 메서드 사용 가능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49640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1423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활용 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50808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디버그 출력 기능 추가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센서별 변환 함수 연결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플러그인 기능 등록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테스트용 메서드 주입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메서드 추가는 편리하지만 프로젝트 코드에서는 등록 위치를 명확히 관리해야 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인스턴스에만 메서드 추가하기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types.MethodType을 사용하면 특정 객체에만 메서드를 붙일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75488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특정 객체 메서드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442569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types import MethodType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reset(self):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self.value = 0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 = Sensor("TEMP")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s2 = Sensor("HUMI")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s1.reset = MethodType(reset, s1)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s1.reset()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특징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79008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s1에만 reset 존재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s2.reset은 없음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객체별 기능을 다르게 구성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테스트와 플러그인에 유용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14630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8E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주의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96528" y="1993392"/>
            <a:ext cx="23408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남용하면 구조 파악 어려움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팀 프로젝트에서는 규칙 필요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가능하면 클래스 설계 우선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동적 기능은 제한적으로 사용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특정 인스턴스에만 기능을 붙이면 유연하지만, 예측 가능성은 낮아질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속성 접근을 가로채기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__getattr__, __setattr__, __delattr__로 속성 접근 흐름을 제어할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접근 제어 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387705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Config: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__init__(self):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self._data = {}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__getattr__(self, name):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self._data.get(name, None)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__setattr__(self, name, value):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name == "_data":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super().__setattr__(name, value)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else: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self._data[name] = value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417320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55448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언제 호출되나?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1947672"/>
            <a:ext cx="279806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__getattr__: 속성이 없을 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__setattr__: 속성 대입 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__delattr__: 속성 삭제 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super() 호출을 잊지 않기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12480" y="14173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1554480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활용 사례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13648" y="1947672"/>
            <a:ext cx="284378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설정 객체 만들기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필드 검증 자동화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접근 로그 남기기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기본값 자동 제공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속성 접근 훅은 강력하지만 무한 재귀가 생기기 쉬우므로 조심해서 사용합니다.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Decorator도 메타프로그래밍이다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함수를 감싸서 실행 전후 동작을 자동으로 추가합니다.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데코레이터 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387705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log_call(func):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wrapper(*args, **kwargs):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print("call", func.__name__)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func(*args, **kwargs)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wrapper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@log_call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read_sensor():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24.5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46304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600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핵심 구조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1993392"/>
            <a:ext cx="2615184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함수를 인자로 받음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새 함수를 반환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원래 함수 실행을 감쌈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반복되는 부가기능 분리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60020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IoT 활용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30768" y="1993392"/>
            <a:ext cx="3072384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센서 읽기 시간 측정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오류 로그 자동 기록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권한 검사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API 호출 횟수 카운트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Decorator는 “기능을 코드 바깥에서 붙이는” 가장 실용적인 메타프로그래밍 기법입니다.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Property와 Descriptor 맛보기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속성처럼 보이지만 내부적으로는 메서드가 실행될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property 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901952"/>
            <a:ext cx="3877056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Sensor: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__init__(self):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self._value = 0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@property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value(self):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self._value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@value.setter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value(self, v):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v &lt; 0: raise ValueError()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self._value = v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46304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60020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장점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1993392"/>
            <a:ext cx="2615184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s.value 문법 유지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값 검증 가능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읽기 전용 속성 구성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내부 저장 구조 숨김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8E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60020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센서 데이터 검증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30768" y="1993392"/>
            <a:ext cx="3072384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온도 범위 제한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습도 0~100 검사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잘못된 값 저장 방지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객체 내부 일관성 유지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property는 “메서드를 속성처럼 보이게” 만들어 사용성을 유지하면서 검증을 넣습니다.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Metaclass는 언제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클래스가 만들어지는 과정을 제어하는 고급 기법입니다.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일반 객체 생성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93392"/>
            <a:ext cx="298094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클래스는 객체를 만든다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Sensor() → sensor 객체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__init__으로 초기화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3108960"/>
            <a:ext cx="640080" cy="0"/>
          </a:xfrm>
          <a:prstGeom prst="line">
            <a:avLst/>
          </a:prstGeom>
          <a:noFill/>
          <a:ln w="27940">
            <a:solidFill>
              <a:srgbClr val="0B5C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4632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60020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클래스 생성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47488" y="1993392"/>
            <a:ext cx="298094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메타클래스는 클래스를 만든다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type이 기본 메타클래스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class Sensor → Sensor 클래스 객체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66760" y="3108960"/>
            <a:ext cx="640080" cy="0"/>
          </a:xfrm>
          <a:prstGeom prst="line">
            <a:avLst/>
          </a:prstGeom>
          <a:noFill/>
          <a:ln w="27940">
            <a:solidFill>
              <a:srgbClr val="0B5C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89720" y="14630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54312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활용 사례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90888" y="1993392"/>
            <a:ext cx="211226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모델 자동 등록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필드 검증 강제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프레임워크 내부 구현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ORM / API 자동화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입문 단계에서는 metaclass보다 getattr/setattr/decorator/property를 먼저 실무적으로 활용합니다.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실습: 동적 Sensor 모델 만들기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입력 dict를 Sensor 객체 속성으로 자동 등록해 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CFF"/>
                </a:solidFill>
              </a:rPr>
              <a:t>작성할 코드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3877056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DynamicSensor: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allowed = {"temp", "humi", "light"}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update(self, data):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for key, value in data.items():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if key in self.allowed: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setattr(self, key, value)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 to_dict(self):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vars(self)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983480" y="1417320"/>
            <a:ext cx="3017520" cy="3749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5544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실습 단계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84648" y="1947672"/>
            <a:ext cx="261518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클래스 작성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allowed 필드 정의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dict 입력을 받아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setattr로 속성 추가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vars로 결과 확인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55448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테스트 데이터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30768" y="1947672"/>
            <a:ext cx="307238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data =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  'temp': 24.5,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  'humi': 60,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  'bad': 'ignore'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결과: {'temp': 24.5, 'humi': 60}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외부 입력을 그대로 setattr하지 말고 허용 필드 목록으로 반드시 검증합니다.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566928"/>
            <a:ext cx="502920" cy="38404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32688" y="4846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실무 사용 기준과 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0"/>
                </a:solidFill>
              </a:rPr>
              <a:t>동적 기능은 강력하지만 프로젝트의 예측 가능성을 해치지 않도록 관리해야 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0FFF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46E"/>
                </a:solidFill>
              </a:rPr>
              <a:t>사용하면 좋은 경우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93392"/>
            <a:ext cx="316382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설정값 자동 매핑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플러그인 등록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반복 코드 제거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디버깅/검사 도구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8E8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주의해야 할 경우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1993392"/>
            <a:ext cx="316382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핵심 도메인 모델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팀원이 구조를 예측해야 하는 코드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오타가 치명적인 설정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보안 입력값 처리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46304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7FBFF"/>
          </a:solidFill>
          <a:ln w="13970">
            <a:solidFill>
              <a:srgbClr val="CF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600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안전 규칙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85048" y="1993392"/>
            <a:ext cx="316382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허용 목록으로 검증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기본값과 예외 처리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동적 추가 위치 문서화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테스트 코드 작성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0160">
            <a:solidFill>
              <a:srgbClr val="F5C4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83387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4D"/>
                </a:solidFill>
              </a:rPr>
              <a:t>💡 메타프로그래밍은 “마법”이 아니라 반복을 줄이는 도구입니다. 규칙과 테스트가 함께 필요합니다.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Day3 Python Class Metaprogramming</dc:title>
  <dc:subject>Day3 Python Metaprogramming 추가 장표</dc:subject>
  <dc:creator>OpenAI</dc:creator>
  <cp:lastModifiedBy>OpenAI</cp:lastModifiedBy>
  <cp:revision>1</cp:revision>
  <dcterms:created xsi:type="dcterms:W3CDTF">2026-05-23T16:09:01Z</dcterms:created>
  <dcterms:modified xsi:type="dcterms:W3CDTF">2026-05-23T16:09:01Z</dcterms:modified>
</cp:coreProperties>
</file>