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4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PyWebView Click Counter 추가 장표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웹 기술을 데스크톱 GUI로 연결하고, 상태 공유와 화면 동기화를 단계적으로 이해합니다.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5CFF"/>
                </a:solidFill>
              </a:rPr>
              <a:t>Day 4 추가 실습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52"/>
                </a:solidFill>
              </a:rPr>
              <a:t>Click Counter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30352" y="2880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JS 로컬 상태 → Python 서버 상태 → 단일 서버 → Polling → SSE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95528" y="3639312"/>
            <a:ext cx="3895344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✓ HTML/CSS/JS UI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97764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95528" y="4142232"/>
            <a:ext cx="3895344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✓ Python HTTP 서버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48056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95528" y="4645152"/>
            <a:ext cx="3895344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✓ PyWebView 창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983480"/>
            <a:ext cx="42976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95528" y="5148072"/>
            <a:ext cx="3895344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✓ SSE 실시간 동기화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0" y="2057400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687568" y="2221992"/>
            <a:ext cx="74066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Frontend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buttons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2578608"/>
            <a:ext cx="27432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949440" y="2057400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150608" y="2221992"/>
            <a:ext cx="74066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fetch API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POST/GET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2440" y="2578608"/>
            <a:ext cx="27432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412480" y="2057400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613648" y="2221992"/>
            <a:ext cx="74066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Python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state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555480" y="2578608"/>
            <a:ext cx="27432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875520" y="2057400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076688" y="2221992"/>
            <a:ext cx="74066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EventSource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SSE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0" y="384048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650992" y="3986784"/>
            <a:ext cx="5248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핵심 질문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87568" y="4343400"/>
            <a:ext cx="51755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상태(count)는 어디에 있어야 하는가?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값이 바뀌었다는 사실을 다른 창에 어떻게 전달할 것인가?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수업 목표와 최종 결과물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버튼 클릭 앱을 여러 단계로 개선하며 GUI 앱 구조 설계를 학습합니다.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475488" cy="475488"/>
          </a:xfrm>
          <a:prstGeom prst="ellipse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186537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8836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버튼 클릭으로 값 증가/감소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2441448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5237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542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JS 로컬 상태와 Python 서버 상태 비교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099816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318211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200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여러 창 실행 시 상태 분리 문제 발견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3758184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8404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8587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고정 포트로 단일 서버 구조 구성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4416552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49884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5171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Polling과 SSE 화면 동기화 비교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22423" y="1828800"/>
            <a:ext cx="4650377" cy="832104"/>
          </a:xfrm>
          <a:prstGeom prst="roundRect">
            <a:avLst>
              <a:gd name="adj" fmla="val 10667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65392" y="197510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Backend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01968" y="2331720"/>
            <a:ext cx="416966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정적 파일 제공 · Python 변수로 count 관리 · JSON API 제공 · SSE 이벤트 전송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0" y="2743200"/>
            <a:ext cx="4572000" cy="795528"/>
          </a:xfrm>
          <a:prstGeom prst="roundRect">
            <a:avLst>
              <a:gd name="adj" fmla="val 10667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565392" y="288950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01968" y="3246120"/>
            <a:ext cx="416966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버튼 클릭 시 fetch() 요청 · EventSource로 서버 이벤트 수신 · DOM 갱신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3657600"/>
            <a:ext cx="4572000" cy="758952"/>
          </a:xfrm>
          <a:prstGeom prst="roundRect">
            <a:avLst>
              <a:gd name="adj" fmla="val 10667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565392" y="380390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App Boot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01968" y="4160520"/>
            <a:ext cx="416966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CounterApiServer 시작 · PyWebView 창 생성 · 기존 서버가 있으면 재사용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85562" y="4663440"/>
            <a:ext cx="4587238" cy="877824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565392" y="480974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실행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01968" y="5166360"/>
            <a:ext cx="416966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uv run click/main.py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두 터미널에서 실행해 창 간 동기화를 확인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전체 실습 시나리오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정답 구조를 외우는 것이 아니라, 문제를 발견하고 구조를 개선합니다.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4672" y="22494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606040"/>
            <a:ext cx="14264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A. JavaScript만으로 카운터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23160" y="2651760"/>
            <a:ext cx="41148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880360" y="21031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044952" y="22494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81528" y="2606040"/>
            <a:ext cx="14264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B. Python 서버로 상태 이동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651760"/>
            <a:ext cx="41148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120640" y="21031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285232" y="22494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2606040"/>
            <a:ext cx="14264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C. 단일 서버 구조 만들기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03720" y="2651760"/>
            <a:ext cx="41148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360920" y="21031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525512" y="22494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62088" y="2606040"/>
            <a:ext cx="14264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D. Polling으로 임시 동기화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0" y="2651760"/>
            <a:ext cx="41148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601200" y="210312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765792" y="22494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02368" y="2606040"/>
            <a:ext cx="14264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E. SSE로 즉시 동기화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14400" y="393192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1078992" y="4078224"/>
            <a:ext cx="9912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수업 운영 포인트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" y="4434840"/>
            <a:ext cx="98389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각 단계마다 “어떤 문제가 남았는가?”를 먼저 확인한 뒤 다음 구조로 넘어갑니다. 학생이 원인을 직접 보게 하면 서버 상태 관리와 이벤트 동기화 개념이 자연스럽게 연결됩니다.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Step A. JavaScript 로컬 상태 카운터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가장 단순한 구현부터 시작합니다. 이 방식의 한계를 먼저 보여줍니다.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4663440" cy="2103120"/>
          </a:xfrm>
          <a:prstGeom prst="roundRect">
            <a:avLst>
              <a:gd name="adj" fmla="val 260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frontend/index.html + app.js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176272"/>
            <a:ext cx="4261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id="count"&gt;0&lt;/div&gt;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id="decrease"&gt;-&lt;/button&gt;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id="increase"&gt;+&lt;/button&gt;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count = 0;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increaseButton.addEventListener('click', () =&gt;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+= 1;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countEl.textContent = count;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60720" y="18288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25312" y="1975104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장점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61888" y="2331720"/>
            <a:ext cx="499262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구현이 매우 쉽고 서버 없이도 바로 동작합니다.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760720" y="2834640"/>
            <a:ext cx="5394960" cy="137160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25312" y="292608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문제점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61888" y="3337560"/>
            <a:ext cx="49926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값이 브라우저 창 내부 JavaScript 변수에만 존재합니다.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같은 앱을 두 개 실행하면 각 창이 서로 다른 count를 가집니다.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760720" y="43434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25312" y="4489704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다음 방향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61888" y="4846320"/>
            <a:ext cx="499262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카운터 값을 Python 서버가 관리하게 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Step B. Python 서버가 상태를 관리하기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프론트엔드는 “버튼이 눌렸다”는 요청만 보내고, 계산은 서버가 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2656114" cy="1920240"/>
          </a:xfrm>
          <a:prstGeom prst="roundRect">
            <a:avLst>
              <a:gd name="adj" fmla="val 7273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96112" y="197510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API 설계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331720"/>
            <a:ext cx="234086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GET  /api/counter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POST /api/counter/increase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POST /api/counter/decrease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49040" y="182880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8620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JSON 응답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50208" y="217627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"count": 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0" y="182880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452360" y="19385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frontend/app.js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16368" y="2176272"/>
            <a:ext cx="3621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increaseButton.addEventListener('click', () =&gt;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requestCounter('/api/counter/increase',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method: 'POST' });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886200"/>
            <a:ext cx="10378440" cy="1042416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87552" y="4032504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개념 전환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4389120"/>
            <a:ext cx="99303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UI는 요청을 보내고, 서버가 상태를 변경한 뒤 결과를 JSON으로 돌려줍니다. 이렇게 해야 검증, 저장, 공유 기능을 붙이기 쉬워집니다.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Step C. 서버 중복 실행 막기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여러 창이 같은 상태를 공유하려면 같은 서버를 바라봐야 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4937760" cy="2295144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backend/server.py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176272"/>
            <a:ext cx="4535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COUNTER_PORT = 49321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_existing_server_is_ready(self) -&gt; bool: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request.urlopen(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f"{self.base_url}/api/counter", timeout=1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 as response: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response.status == HTTPStatus.OK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(OSError, error.URLError):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1828800"/>
            <a:ext cx="5303520" cy="960120"/>
          </a:xfrm>
          <a:prstGeom prst="roundRect">
            <a:avLst>
              <a:gd name="adj" fmla="val 9412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108192" y="1975104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핵심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44768" y="2331720"/>
            <a:ext cx="490118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고정 포트 49321을 기준으로 기존 서버가 실행 중인지 확인합니다.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0" y="2834640"/>
            <a:ext cx="5303520" cy="10515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08192" y="2980944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동작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44768" y="3337560"/>
            <a:ext cx="49011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이미 서버가 있으면 새 서버를 띄우지 않고 기존 base_url을 사용합니다.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0" y="4023360"/>
            <a:ext cx="5303520" cy="1152144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108192" y="4169664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남는 문제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4526280"/>
            <a:ext cx="49011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값은 공유되지만, 다른 창의 화면은 자동으로 바뀌지 않습니다.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데이터 공유와 화면 동기화는 다릅니다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같은 서버를 사용해도 모든 창의 화면이 자동으로 갱신되지는 않습니다.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197510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창 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331720"/>
            <a:ext cx="26151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+ 버튼 클릭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POST /increase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서버 count = 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77640" y="2514600"/>
            <a:ext cx="100584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074920" y="18288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EAF2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39512" y="197510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서버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76088" y="2331720"/>
            <a:ext cx="17007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count = 1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상태는 공유됨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69480" y="2514600"/>
            <a:ext cx="100584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366760" y="182880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531352" y="197510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창 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67928" y="2331720"/>
            <a:ext cx="26151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화면에는 여전히 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변경 사실을 아직 모름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5840" y="411480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170432" y="4261104"/>
            <a:ext cx="9820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핵심 구분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4617720"/>
            <a:ext cx="97475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데이터 공유: 여러 창이 같은 서버 상태를 사용한다.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화면 동기화: 서버 상태가 바뀌었을 때 모든 창 UI가 그 변경을 반영한다.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Step D. Polling으로 임시 해결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클라이언트가 일정 시간마다 서버에게 “값이 바뀌었나요?”라고 물어봅니다.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60120" y="1984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frontend/app.js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" y="2221992"/>
            <a:ext cx="3712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setInterval(() =&gt;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requestCounter('/api/counter');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500);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0" y="178308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50992" y="1929384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장점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87568" y="2286000"/>
            <a:ext cx="21579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구현이 쉽다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서버가 단순하다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설명하기 좋다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412480" y="17830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577072" y="19293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한계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13648" y="2286000"/>
            <a:ext cx="224942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계속 요청한다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최대 0.5초 지연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간격을 줄이면 부하 증가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05840" y="406908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170432" y="4215384"/>
            <a:ext cx="9546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다음 방향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4572000"/>
            <a:ext cx="94731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값이 바뀌는 순간 서버가 클라이언트에게 알려주는 구조로 바꿉니다. → SSE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Step E. SSE로 변경 시점 동기화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SSE는 서버가 브라우저로 단방향 이벤트를 보내는 간단한 실시간 알림 방식입니다.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96112" y="206654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1. 연결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423160"/>
            <a:ext cx="1975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GET /api/counter/events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Content-Type: text/event-stream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54680" y="2377440"/>
            <a:ext cx="64008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886200" y="1920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050792" y="206654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2. 변경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87368" y="2423160"/>
            <a:ext cx="1975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increase/decrease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서버 count 변경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377440"/>
            <a:ext cx="64008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040880" y="1920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205472" y="206654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3. 전송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42048" y="2423160"/>
            <a:ext cx="19751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data: {"count": 1}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연결된 모든 창으로 전달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464040" y="2377440"/>
            <a:ext cx="64008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195560" y="192024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360152" y="2066544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4. 화면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396728" y="2423160"/>
            <a:ext cx="10149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즉시 갱신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3657599"/>
            <a:ext cx="4937760" cy="1271451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51560" y="37673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frontend/app.js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" y="4005072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counterEvents = new EventSource('/api/counter/events');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counterEvents.addEventListener('message', (event) =&gt;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payload = JSON.parse(event.data);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renderCount(payload.count);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3657600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355080" y="37673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backend/server.py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19088" y="400507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_broadcast_counter(self, payload):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client_queue in list(self._event_clients):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client_queue.put(payload)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서버 코드 구조: 상태 · API · 이벤트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server.py는 정적 파일, JSON API, SSE 이벤트 스트림을 한 번에 담당합니다.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2816352" cy="1481328"/>
          </a:xfrm>
          <a:prstGeom prst="roundRect">
            <a:avLst>
              <a:gd name="adj" fmla="val 7273"/>
            </a:avLst>
          </a:prstGeom>
          <a:solidFill>
            <a:srgbClr val="EAF2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4672" y="197510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상태 관리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331720"/>
            <a:ext cx="23408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_count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_lock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_event_clients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0" y="1828800"/>
            <a:ext cx="2743200" cy="1499616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22192" y="197510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JSON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58768" y="2331720"/>
            <a:ext cx="23408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GET /api/counter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POST /increase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POST /decrease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75120" y="1828800"/>
            <a:ext cx="2743200" cy="1499616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39712" y="197510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SSE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76288" y="2331720"/>
            <a:ext cx="23408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GET /api/counter/events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text/event-stream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692640" y="1828800"/>
            <a:ext cx="1828800" cy="1499616"/>
          </a:xfrm>
          <a:prstGeom prst="roundRect">
            <a:avLst>
              <a:gd name="adj" fmla="val 7273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857232" y="197510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정적 파일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93808" y="2331720"/>
            <a:ext cx="142646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index.html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style.css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app.js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97280" y="3657600"/>
            <a:ext cx="10030968" cy="1728216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34440" y="376732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핵심 라우팅 흐름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98448" y="4005072"/>
            <a:ext cx="9564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do_GET(self):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path == "/api/counter/events": stream_events()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path == "/api/counter": send_json(counter_payload())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path == "/": serve_frontend("index.html")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do_POST(self):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path == "/api/counter/increase": send_json(increase())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path == "/api/counter/decrease": send_json(decrease())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PyWebView 앱 부팅 구조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main.py는 서버를 시작하고, 해당 URL을 PyWebView 창에 연결합니다.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1828799"/>
            <a:ext cx="5193792" cy="3065417"/>
          </a:xfrm>
          <a:prstGeom prst="roundRect">
            <a:avLst>
              <a:gd name="adj" fmla="val 272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68680" y="1938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click/main.py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2176271"/>
            <a:ext cx="4626864" cy="2578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BASE_DIR = Path(__file__).resolve().parent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FRONTEND_DIR = BASE_DIR / "frontend"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 -&gt; None: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 = CounterApiServer(FRONTEND_DIR)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server.start()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webview.create_window(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"Click Counter Demo",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url=server.base_url,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width=420, height=360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webview.start()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server.stop()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1773936"/>
            <a:ext cx="4937760" cy="100584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91072" y="1975104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1. 서버 시작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27648" y="2208930"/>
            <a:ext cx="4535424" cy="4382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CounterApiServer가 frontend 폴더를 정적 파일 루트로 사용합니다.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90488" y="2896906"/>
            <a:ext cx="4937760" cy="985376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91072" y="3006634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2. 창 생성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27647" y="3363249"/>
            <a:ext cx="4688695" cy="42062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PyWebView는 네이티브 창 안에 server.base_url을 띄웁니다.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90488" y="4086280"/>
            <a:ext cx="4937760" cy="985376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91072" y="4164224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3. 종료 처리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27648" y="4520840"/>
            <a:ext cx="45354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자신이 띄운 서버만 정리하여 중복 서버 문제를 줄입니다.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최종 프로젝트 구조와 파일 역할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프론트엔드와 백엔드를 분리해 웹 기술 기반 GUI 앱을 구성합니다.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3749040" cy="246888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68680" y="1892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폴더 구조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2130552"/>
            <a:ext cx="3346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PyWebView/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backend/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__init__.py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server.py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frontend/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index.html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style.css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app.js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__init__.py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main.py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17830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10912" y="192938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main.py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47488" y="2286000"/>
            <a:ext cx="26151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서버 시작 · PyWebView 창 생성 · 종료 시 서버 정리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02752" y="192938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server.py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2286000"/>
            <a:ext cx="26151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카운터 상태 관리 · JSON API · SSE 이벤트 스트림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46320" y="29718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10912" y="311810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index.html / style.css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47488" y="3474720"/>
            <a:ext cx="26151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숫자 표시 영역 · 증가/감소 버튼 · 화면 스타일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38160" y="29718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302752" y="311810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app.js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39328" y="3474720"/>
            <a:ext cx="26151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버튼 클릭 POST 요청 · EventSource 수신 · DOM 갱신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4709160"/>
            <a:ext cx="10058400" cy="1014984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78992" y="4855464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구조 원칙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5161788"/>
            <a:ext cx="96560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1827"/>
                </a:solidFill>
              </a:rPr>
              <a:t>UI는 화면과 사용자 입력을 담당하고, Python 서버는 상태와 비즈니스 로직을 담당합니다.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실습 순서 100분 운영안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학생이 문제를 직접 확인하도록 시간 흐름을 설계합니다.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50392" y="192938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0~15분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2286000"/>
            <a:ext cx="458114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JS 로컬 상태 카운터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50392" y="284378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15~30분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" y="3200400"/>
            <a:ext cx="458114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Python 서버 API로 상태 이동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61188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50392" y="375818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30~45분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4114800"/>
            <a:ext cx="458114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두 창 실행 후 값 분리 확인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452628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50392" y="467258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45~60분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" y="5029200"/>
            <a:ext cx="458114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고정 포트와 기존 서버 감지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36792" y="192938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60~70분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3368" y="2286000"/>
            <a:ext cx="458114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화면 동기화 문제 확인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269748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336792" y="284378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70~80분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73368" y="3200400"/>
            <a:ext cx="458114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Polling으로 임시 해결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2200" y="361188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336792" y="375818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80~95분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73368" y="4114800"/>
            <a:ext cx="458114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SSE로 즉시 동기화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2200" y="452628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336792" y="467258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95~100분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73368" y="5029200"/>
            <a:ext cx="458114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구조 정리 및 질문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14400" y="5532120"/>
            <a:ext cx="100584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115568" y="5696712"/>
            <a:ext cx="965606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강의 핵심: 상태 위치와 변경 알림 구조를 분리해서 설명합니다.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실행 방법과 체크리스트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두 개의 창을 실행해 같은 서버와 SSE 동기화를 확인합니다.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4480560" cy="13716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68680" y="1938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</a:rPr>
              <a:t>PowerShell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2176272"/>
            <a:ext cx="4078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venv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click/main.py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문법 점검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9F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-m compileall click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0" y="1783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89320" y="17830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+ 버튼을 누르면 값이 증가한다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0" y="2194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89320" y="21945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- 버튼을 누르면 값이 감소한다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606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89320" y="26060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JavaScript가 직접 count += 1 하지 않는다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669280" y="3017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89320" y="30175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Python 서버가 카운터 값을 관리한다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429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89320" y="34290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앱을 두 개 실행해도 같은 서버를 사용한다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669280" y="3840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89320" y="38404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한쪽 창에서 값을 바꾸면 다른 창도 자동 갱신된다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89320" y="42519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Polling 없이 SSE 이벤트로 동기화된다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22960" y="384048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87552" y="3986784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확인 포인트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24128" y="4343400"/>
            <a:ext cx="3895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터미널 두 개에서 같은 명령을 실행해 두 창을 띄운 뒤, 한쪽에서 클릭하면 다른 쪽도 즉시 변하는지 확인합니다.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확장 과제와 토론 질문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Click Counter를 작은 서비스 구조로 확장해 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96112" y="197510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과제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331720"/>
            <a:ext cx="20665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초기화 버튼 추가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POST /api/counter/reset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8FB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39312" y="197510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과제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5888" y="2331720"/>
            <a:ext cx="20665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최소값 제한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서버에서 0 미만 방지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82512" y="197510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과제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9088" y="2331720"/>
            <a:ext cx="20665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이벤트 로그 표시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최근 변경 5개 출력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61120" y="1828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25712" y="197510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과제 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62288" y="2331720"/>
            <a:ext cx="20665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서버 독립 실행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창이 닫혀도 서버 유지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3749039"/>
            <a:ext cx="10058400" cy="139903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78992" y="3895344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CFF"/>
                </a:solidFill>
              </a:rPr>
              <a:t>토론 질문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4251960"/>
            <a:ext cx="96560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왜 상태 변경 요청에는 GET보다 POST가 적합할까요?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Timer 예제는 자동 포트가 편한데, Click 예제는 왜 고정 포트가 필요할까요?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Polling, SSE, WebSocket은 각각 언제 선택하면 좋을까요?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CFF"/>
                </a:solidFill>
              </a:rPr>
              <a:t>임베디드 · IoT 개발자 과정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475488"/>
            <a:ext cx="3611880" cy="0"/>
          </a:xfrm>
          <a:prstGeom prst="line">
            <a:avLst/>
          </a:prstGeom>
          <a:noFill/>
          <a:ln w="15240">
            <a:solidFill>
              <a:srgbClr val="0B5C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52"/>
                </a:solidFill>
              </a:rPr>
              <a:t>정리: PyWebView GUI로 이어지는 웹 프로그래밍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" y="1325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FF"/>
                </a:solidFill>
              </a:rPr>
              <a:t>웹 UI를 유지하면서 데스크톱 앱처럼 배포할 수 있는 구조를 경험했습니다.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CFF"/>
          </a:solidFill>
          <a:ln w="12700">
            <a:solidFill>
              <a:srgbClr val="0B5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64282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 Day 4 추가. PyWebView · Click Counter · 상태 동기화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3825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04088" y="2084832"/>
            <a:ext cx="101498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HTML/CSS/JS UI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74520" y="2395728"/>
            <a:ext cx="45720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377440" y="19202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578608" y="2084832"/>
            <a:ext cx="101498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fetch API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49040" y="2395728"/>
            <a:ext cx="45720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251960" y="19202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453128" y="2084832"/>
            <a:ext cx="101498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Python 상태 관리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23560" y="2395728"/>
            <a:ext cx="45720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27648" y="2084832"/>
            <a:ext cx="101498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단일 서버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2395728"/>
            <a:ext cx="45720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001000" y="19202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202168" y="2084832"/>
            <a:ext cx="101498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SSE 이벤트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72600" y="2395728"/>
            <a:ext cx="457200" cy="0"/>
          </a:xfrm>
          <a:prstGeom prst="line">
            <a:avLst/>
          </a:prstGeom>
          <a:noFill/>
          <a:ln w="31750">
            <a:solidFill>
              <a:srgbClr val="0B5C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875520" y="19202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 w="12700">
            <a:solidFill>
              <a:srgbClr val="B9D2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076688" y="2084832"/>
            <a:ext cx="101498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PyWebView GUI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3840479"/>
            <a:ext cx="10058400" cy="1445623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78992" y="3986784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오늘의 핵심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" y="4343400"/>
            <a:ext cx="965606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827"/>
                </a:solidFill>
              </a:rPr>
              <a:t>Click Counter 자체보다 중요한 것은 “상태는 서버가 관리하고, 변경 이벤트는 클라이언트가 구독한다”는 구조입니다. 이 구조는 IoT Dashboard의 실시간 상태 표시에도 그대로 연결됩니다.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2028</Words>
  <Application>Microsoft Office PowerPoint</Application>
  <PresentationFormat>와이드스크린</PresentationFormat>
  <Paragraphs>374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Bindsoft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Day4 PyWebView Click Counter</dc:title>
  <dc:subject>Day4 PyWebView Click Counter 추가 장표</dc:subject>
  <dc:creator>OpenAI</dc:creator>
  <cp:lastModifiedBy>Sugil Choi</cp:lastModifiedBy>
  <cp:revision>3</cp:revision>
  <dcterms:created xsi:type="dcterms:W3CDTF">2026-05-23T14:49:10Z</dcterms:created>
  <dcterms:modified xsi:type="dcterms:W3CDTF">2026-05-23T15:31:35Z</dcterms:modified>
</cp:coreProperties>
</file>