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57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 자료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환경 관리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38912" y="18288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venv · conda · uv · Docker · VM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245059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PC에서 잘 되는 코드를 다른 PC와 서버에서도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방식으로 실행하기 위한 기본 개념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12280" y="2743200"/>
            <a:ext cx="868680" cy="32004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12280" y="3108960"/>
            <a:ext cx="868680" cy="1005840"/>
          </a:xfrm>
          <a:prstGeom prst="rect">
            <a:avLst/>
          </a:prstGeom>
          <a:solidFill>
            <a:srgbClr val="EAF2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파일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3611880"/>
            <a:ext cx="18288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863840" y="2743200"/>
            <a:ext cx="868680" cy="32004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의존성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868680" cy="1005840"/>
          </a:xfrm>
          <a:prstGeom prst="rect">
            <a:avLst/>
          </a:prstGeom>
          <a:solidFill>
            <a:srgbClr val="EAF2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패키지/버전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32520" y="3611880"/>
            <a:ext cx="18288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915400" y="2743200"/>
            <a:ext cx="868680" cy="32004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868680" cy="1005840"/>
          </a:xfrm>
          <a:prstGeom prst="rect">
            <a:avLst/>
          </a:prstGeom>
          <a:solidFill>
            <a:srgbClr val="EAF2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환경변수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84080" y="3611880"/>
            <a:ext cx="18288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966960" y="2743200"/>
            <a:ext cx="868680" cy="32004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실행환경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66960" y="3108960"/>
            <a:ext cx="868680" cy="1005840"/>
          </a:xfrm>
          <a:prstGeom prst="rect">
            <a:avLst/>
          </a:prstGeom>
          <a:solidFill>
            <a:srgbClr val="EAF2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venv/conda/uv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835640" y="3611880"/>
            <a:ext cx="18288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1018520" y="2743200"/>
            <a:ext cx="868680" cy="32004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배포환경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18520" y="3108960"/>
            <a:ext cx="868680" cy="1005840"/>
          </a:xfrm>
          <a:prstGeom prst="rect">
            <a:avLst/>
          </a:prstGeom>
          <a:solidFill>
            <a:srgbClr val="EAF2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Docker/VM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10424160" cy="594360"/>
          </a:xfrm>
          <a:prstGeom prst="rect">
            <a:avLst/>
          </a:prstGeom>
          <a:solidFill>
            <a:srgbClr val="FFF7E6"/>
          </a:solidFill>
          <a:ln>
            <a:solidFill>
              <a:srgbClr val="F6C8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목표: “내 컴퓨터”가 아니라 “프로젝트”가 실행 환경을 설명하게 만들기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환경 관리가 필요한가?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프로젝트가 커질수록 “코드”보다 “실행 조건”이 더 중요해집니다.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520440" cy="384048"/>
          </a:xfrm>
          <a:prstGeom prst="rect">
            <a:avLst/>
          </a:prstGeom>
          <a:solidFill>
            <a:srgbClr val="D93025"/>
          </a:solidFill>
          <a:ln>
            <a:solidFill>
              <a:srgbClr val="D9302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상황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3520440" cy="2542032"/>
          </a:xfrm>
          <a:prstGeom prst="rect">
            <a:avLst/>
          </a:prstGeom>
          <a:solidFill>
            <a:srgbClr val="FFF2F2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PC에서는 실행됨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PC에서는 패키지 오류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서버에서는 포트/경로 오류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팀원마다 Python 버전이 다름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43400" y="1828800"/>
            <a:ext cx="352044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 대상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43400" y="2212848"/>
            <a:ext cx="3520440" cy="254203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버전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패키지와 버전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환경변수와 설정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저장 위치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운영체제/배포 방식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83880" y="1828800"/>
            <a:ext cx="3520440" cy="384048"/>
          </a:xfrm>
          <a:prstGeom prst="rect">
            <a:avLst/>
          </a:prstGeom>
          <a:solidFill>
            <a:srgbClr val="159447"/>
          </a:solidFill>
          <a:ln>
            <a:solidFill>
              <a:srgbClr val="15944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상태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83880" y="2212848"/>
            <a:ext cx="3520440" cy="2542032"/>
          </a:xfrm>
          <a:prstGeom prst="rect">
            <a:avLst/>
          </a:prstGeom>
          <a:solidFill>
            <a:srgbClr val="F0FFF4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누가 받아도 실행 가능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절차가 문서화됨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설정은 코드와 분리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테스트/배포가 반복 가능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881360" cy="502920"/>
          </a:xfrm>
          <a:prstGeom prst="rect">
            <a:avLst/>
          </a:prstGeom>
          <a:solidFill>
            <a:srgbClr val="FFF7E6"/>
          </a:solidFill>
          <a:ln>
            <a:solidFill>
              <a:srgbClr val="F6C85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질문: 이 프로젝트는 “무엇을 설치하고, 어떤 설정으로, 어디에서 실행되는가?”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가상화 레벨 한눈에 보기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아래로 갈수록 더 넓은 범위의 실행 환경을 고정합니다.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822960" cy="438912"/>
          </a:xfrm>
          <a:prstGeom prst="rect">
            <a:avLst/>
          </a:prstGeom>
          <a:solidFill>
            <a:srgbClr val="5F6B7A"/>
          </a:solidFill>
          <a:ln>
            <a:solidFill>
              <a:srgbClr val="5F6B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2194560" cy="438912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프로세스 설정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77640" y="1874520"/>
            <a:ext cx="1737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환경변수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06440" y="187452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시 설정값 주입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55480" y="1874520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PORT, DB_URL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569464"/>
            <a:ext cx="822960" cy="438912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2569464"/>
            <a:ext cx="2194560" cy="438912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패키지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77640" y="2569464"/>
            <a:ext cx="1737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venv / uv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06440" y="2569464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프로젝트별 패키지 분리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55480" y="2569464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requests, flask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264408"/>
            <a:ext cx="822960" cy="438912"/>
          </a:xfrm>
          <a:prstGeom prst="rect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37360" y="3264408"/>
            <a:ext cx="2194560" cy="438912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+ 비파이썬 패키지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77640" y="3264408"/>
            <a:ext cx="1737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42C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conda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06440" y="3264408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버전과 네이티브 라이브러리 관리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55480" y="3264408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numpy, opencv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959352"/>
            <a:ext cx="822960" cy="438912"/>
          </a:xfrm>
          <a:prstGeom prst="rect">
            <a:avLst/>
          </a:prstGeom>
          <a:solidFill>
            <a:srgbClr val="159447"/>
          </a:solidFill>
          <a:ln>
            <a:solidFill>
              <a:srgbClr val="1594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37360" y="3959352"/>
            <a:ext cx="2194560" cy="438912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애플리케이션 실행환경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977640" y="3959352"/>
            <a:ext cx="1737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944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06440" y="3959352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 위에 격리된 컨테이너로 배포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55480" y="3959352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Flask API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654296"/>
            <a:ext cx="822960" cy="438912"/>
          </a:xfrm>
          <a:prstGeom prst="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높음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37360" y="4654296"/>
            <a:ext cx="2194560" cy="438912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운영체제 전체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77640" y="4654296"/>
            <a:ext cx="1737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06440" y="4654296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 전체를 가상화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55480" y="4654296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Ubuntu VM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5532120"/>
            <a:ext cx="10698480" cy="457200"/>
          </a:xfrm>
          <a:prstGeom prst="rect">
            <a:avLst/>
          </a:prstGeom>
          <a:solidFill>
            <a:srgbClr val="FFF7E6"/>
          </a:solidFill>
          <a:ln>
            <a:solidFill>
              <a:srgbClr val="F6C85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관리 관점: “의존성”은 venv/conda/uv로, “실행환경”은 Docker/VM으로 관리합니다.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관리의 4가지 층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프로젝트는 코드만이 아니라 실행 조건까지 함께 관리합니다.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423160" cy="50292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코드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2423160" cy="146304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src/, app.py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· 클래스 · 테스트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54680" y="2971800"/>
            <a:ext cx="41148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566160" y="1828800"/>
            <a:ext cx="2423160" cy="502920"/>
          </a:xfrm>
          <a:prstGeom prst="rect">
            <a:avLst/>
          </a:prstGeom>
          <a:solidFill>
            <a:srgbClr val="159447"/>
          </a:solidFill>
          <a:ln>
            <a:solidFill>
              <a:srgbClr val="1594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의존성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2423160" cy="146304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requirements.txt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pyproject.toml · lockfile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89320" y="2971800"/>
            <a:ext cx="41148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2423160" cy="502920"/>
          </a:xfrm>
          <a:prstGeom prst="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설정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2423160" cy="146304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환경변수 · .env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포트 · DB 경로 · API Key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23960" y="2971800"/>
            <a:ext cx="41148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235440" y="1828800"/>
            <a:ext cx="2423160" cy="502920"/>
          </a:xfrm>
          <a:prstGeom prst="rect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실행환경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35440" y="2331720"/>
            <a:ext cx="2423160" cy="146304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venv · conda · uv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 · VM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4480560"/>
            <a:ext cx="978408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체크포인트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188720" y="4864608"/>
            <a:ext cx="9784080" cy="484632"/>
          </a:xfrm>
          <a:prstGeom prst="rect">
            <a:avLst/>
          </a:prstGeom>
          <a:solidFill>
            <a:srgbClr val="F8FB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루트에 README, requirements.txt 또는 pyproject.toml, .env.example, Dockerfile을 두면 협업과 배포가 쉬워집니다.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venv: Python 기본 가상환경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가볍고 단순한 Python 패키지 격리 도구입니다.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8562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22199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프로젝트마다 별도의 site-packages를 만들어 패키지 충돌을 줄입니다.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28800"/>
            <a:ext cx="502920" cy="502920"/>
          </a:xfrm>
          <a:prstGeom prst="rect">
            <a:avLst/>
          </a:prstGeom>
          <a:solidFill>
            <a:srgbClr val="159447"/>
          </a:solidFill>
          <a:ln>
            <a:solidFill>
              <a:srgbClr val="1594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18562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 범위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22199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패키지 중심. OS 라이브러리나 복잡한 네이티브 의존성 관리는 약합니다.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828800"/>
            <a:ext cx="502920" cy="502920"/>
          </a:xfrm>
          <a:prstGeom prst="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0" y="18562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파일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222199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requirements.txt로 설치 목록을 기록하고 공유합니다.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사용처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51760" y="3840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Flask API, pyserial 실습, 작은 IoT 도구, 교육용 프로젝트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4800600"/>
            <a:ext cx="10241280" cy="50292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명령 예시:  python -m venv .venv  →  pip install -r requirements.txt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conda: Python + 네이티브 패키지 관리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분석, 과학계산, C/C++ 기반 라이브러리가 많을 때 유리합니다.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944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44752" y="1901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4475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버전과 패키지를 함께 관리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NumPy, OpenCV, SciPy 같은 네이티브 의존성에 강함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4480560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9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02352" y="1901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10235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환경이 무거워질 수 있음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pip와 conda를 섞어 쓸 때 충돌 관리 필요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8092440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14232" y="1901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공유 파일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71423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environment.yml로 Python 버전과 패키지를 함께 기록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4663440" cy="384048"/>
          </a:xfrm>
          <a:prstGeom prst="rect">
            <a:avLst/>
          </a:prstGeom>
          <a:solidFill>
            <a:srgbClr val="159447"/>
          </a:solidFill>
          <a:ln>
            <a:solidFill>
              <a:srgbClr val="15944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사용처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4224528"/>
            <a:ext cx="4663440" cy="941832"/>
          </a:xfrm>
          <a:prstGeom prst="rect">
            <a:avLst/>
          </a:prstGeom>
          <a:solidFill>
            <a:srgbClr val="F0FFF4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센서 데이터 분석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컴퓨터 비전(OpenCV)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머신러닝/과학계산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네이티브 라이브러리 의존성이 큰 프로젝트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466344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 예시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92240" y="4224528"/>
            <a:ext cx="4663440" cy="94183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conda create -n iot python=3.11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conda env export &gt; environment.yml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conda env create -f environment.yml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uv: 빠른 Python 프로젝트 관리 도구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가상환경, 패키지 설치, 잠금 파일을 한 흐름으로 관리합니다.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중심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219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pyproject.toml 기반으로 의존성을 관리합니다.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18288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828800"/>
            <a:ext cx="502920" cy="502920"/>
          </a:xfrm>
          <a:prstGeom prst="rect">
            <a:avLst/>
          </a:prstGeom>
          <a:solidFill>
            <a:srgbClr val="159447"/>
          </a:solidFill>
          <a:ln>
            <a:solidFill>
              <a:srgbClr val="1594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설치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2219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캐시와 lockfile을 활용해 반복 설치가 빠릅니다.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18288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828800"/>
            <a:ext cx="502920" cy="502920"/>
          </a:xfrm>
          <a:prstGeom prst="rect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0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재현성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22219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uv.lock으로 팀원과 CI 환경에서 같은 의존성을 맞춥니다.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703320"/>
            <a:ext cx="1014984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venv + pip 방식과 비교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05840" y="4087368"/>
            <a:ext cx="10149840" cy="530352"/>
          </a:xfrm>
          <a:prstGeom prst="rect">
            <a:avLst/>
          </a:prstGeom>
          <a:solidFill>
            <a:srgbClr val="F8FB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venv는 “환경 만들기”와 “pip 설치”를 직접 조합합니다.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uv는 프로젝트 생성, 의존성 추가, 실행, lockfile 생성을 하나의 도구로 묶습니다.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5074920"/>
            <a:ext cx="9784080" cy="457200"/>
          </a:xfrm>
          <a:prstGeom prst="rect">
            <a:avLst/>
          </a:prstGeom>
          <a:solidFill>
            <a:srgbClr val="FFF7E6"/>
          </a:solidFill>
          <a:ln>
            <a:solidFill>
              <a:srgbClr val="F6C8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사용처: 새 Python 프로젝트, 팀 협업, 빠른 실습 환경 재현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Docker: 애플리케이션 실행환경 포장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코드뿐 아니라 실행에 필요한 환경까지 이미지로 묶습니다.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1600200" cy="50292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1600200" cy="82296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app.py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2788920"/>
            <a:ext cx="54864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71800" y="1828800"/>
            <a:ext cx="1600200" cy="50292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패키지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71800" y="2423160"/>
            <a:ext cx="1600200" cy="82296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2788920"/>
            <a:ext cx="54864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120640" y="1828800"/>
            <a:ext cx="1600200" cy="50292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2423160"/>
            <a:ext cx="1600200" cy="82296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.env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2788920"/>
            <a:ext cx="54864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269480" y="1828800"/>
            <a:ext cx="1600200" cy="50292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 레벨 도구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423160"/>
            <a:ext cx="1600200" cy="82296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lib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2788920"/>
            <a:ext cx="548640" cy="0"/>
          </a:xfrm>
          <a:prstGeom prst="line">
            <a:avLst/>
          </a:prstGeom>
          <a:noFill/>
          <a:ln w="2540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418320" y="1828800"/>
            <a:ext cx="1600200" cy="50292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명령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2423160"/>
            <a:ext cx="1600200" cy="82296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069080"/>
            <a:ext cx="470916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Docker가 관리하는 것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05840" y="4453128"/>
            <a:ext cx="4709160" cy="71323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가능한 서버 환경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포트 연결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볼륨과 데이터 보존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서버 배포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4069080"/>
            <a:ext cx="4709160" cy="384048"/>
          </a:xfrm>
          <a:prstGeom prst="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Docker가 직접 해결하지 않는 것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92240" y="4453128"/>
            <a:ext cx="4709160" cy="713232"/>
          </a:xfrm>
          <a:prstGeom prst="rect">
            <a:avLst/>
          </a:prstGeom>
          <a:solidFill>
            <a:srgbClr val="FFF7E6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코드 구조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비밀값 관리 정책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백업 전략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모니터링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VM: 운영체제 전체를 가상화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OS까지 완전히 분리해야 할 때 사용하는 더 큰 단위의 가상화입니다.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5212080" cy="384048"/>
          </a:xfrm>
          <a:prstGeom prst="rect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VM의 범위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5212080" cy="1124712"/>
          </a:xfrm>
          <a:prstGeom prst="rect">
            <a:avLst/>
          </a:prstGeom>
          <a:solidFill>
            <a:srgbClr val="F7F2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하드웨어 위에 Host OS가 있고, 그 위에 Hypervisor가 Guest OS 전체를 실행합니다.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앱, 패키지, OS 설정을 모두 포함합니다.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3640" y="1828800"/>
            <a:ext cx="521208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Docker와 차이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263640" y="2212848"/>
            <a:ext cx="5212080" cy="112471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Docker는 Host OS 커널을 공유하고 앱 실행환경을 격리합니다.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VM보다 가볍고 빠르게 시작됩니다.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4663440" cy="384048"/>
          </a:xfrm>
          <a:prstGeom prst="rect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VM 적합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4407408"/>
            <a:ext cx="4663440" cy="713232"/>
          </a:xfrm>
          <a:prstGeom prst="rect">
            <a:avLst/>
          </a:prstGeom>
          <a:solidFill>
            <a:srgbClr val="F7F2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 전체 실습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네트워크/보안 격리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 운영체제 교육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4023360"/>
            <a:ext cx="466344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 적합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4407408"/>
            <a:ext cx="4663440" cy="71323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Flask API 배포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팀원 환경 통일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가벼운 서비스 실행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환경변수: 설정을 코드 밖으로 분리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코드라도 개발/테스트/운영 환경마다 설정은 달라질 수 있습니다.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4846320" cy="384048"/>
          </a:xfrm>
          <a:prstGeom prst="rect">
            <a:avLst/>
          </a:prstGeom>
          <a:solidFill>
            <a:srgbClr val="D93025"/>
          </a:solidFill>
          <a:ln>
            <a:solidFill>
              <a:srgbClr val="D9302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코드에 직접 쓰면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4846320" cy="1170432"/>
          </a:xfrm>
          <a:prstGeom prst="rect">
            <a:avLst/>
          </a:prstGeom>
          <a:solidFill>
            <a:srgbClr val="FFF2F2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포트, DB 경로, API 키가 코드에 고정됨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환경을 바꾸려면 코드를 수정해야 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비밀값 노출 위험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4846320" cy="384048"/>
          </a:xfrm>
          <a:prstGeom prst="rect">
            <a:avLst/>
          </a:prstGeom>
          <a:solidFill>
            <a:srgbClr val="159447"/>
          </a:solidFill>
          <a:ln>
            <a:solidFill>
              <a:srgbClr val="15944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환경변수로 분리하면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2212848"/>
            <a:ext cx="4846320" cy="1170432"/>
          </a:xfrm>
          <a:prstGeom prst="rect">
            <a:avLst/>
          </a:prstGeom>
          <a:solidFill>
            <a:srgbClr val="F0FFF4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PORT, DATABASE_URL, FLASK_ENV 등을 외부에서 주입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이미지로 여러 환경 실행 가능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.env.example로 필요한 설정 문서화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2057400" cy="41148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2057400" cy="36576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 포트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4297680"/>
            <a:ext cx="2057400" cy="41148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DATABASE_URL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0" y="4709160"/>
            <a:ext cx="2057400" cy="36576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위치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297680"/>
            <a:ext cx="2057400" cy="41148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SECRET_KEY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4709160"/>
            <a:ext cx="2057400" cy="36576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비밀키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4297680"/>
            <a:ext cx="2057400" cy="411480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FLASK_ENV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0" y="4709160"/>
            <a:ext cx="2057400" cy="36576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모드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의존성 관리: 설치 목록을 문서화하기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의존성 파일은 프로젝트 실행 방법의 핵심 문서입니다.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33172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requirements.txt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2212848"/>
            <a:ext cx="2331720" cy="98755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pip/venv에서 자주 사용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간단하고 익숙함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331720" cy="384048"/>
          </a:xfrm>
          <a:prstGeom prst="rect">
            <a:avLst/>
          </a:prstGeom>
          <a:solidFill>
            <a:srgbClr val="159447"/>
          </a:solidFill>
          <a:ln>
            <a:solidFill>
              <a:srgbClr val="15944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environment.yml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66160" y="2212848"/>
            <a:ext cx="2331720" cy="98755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conda 환경 공유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+ 네이티브 패키지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1828800"/>
            <a:ext cx="2331720" cy="384048"/>
          </a:xfrm>
          <a:prstGeom prst="rect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pyproject.toml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46520" y="2212848"/>
            <a:ext cx="2331720" cy="98755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uv/현대 Python 프로젝트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메타데이터 포함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26880" y="1828800"/>
            <a:ext cx="2331720" cy="384048"/>
          </a:xfrm>
          <a:prstGeom prst="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lockfile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326880" y="2212848"/>
            <a:ext cx="2331720" cy="98755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정확한 버전 고정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재현성과 CI에 중요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9784080" cy="41148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1. 직접 설치한 패키지만 기록하기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88720" y="4572000"/>
            <a:ext cx="9784080" cy="41148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2. 팀 프로젝트는 lockfile 또는 명시적 버전으로 재현성 확보하기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88720" y="5120640"/>
            <a:ext cx="9784080" cy="411480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3. 설치 방법은 README에 “복사해서 실행 가능한 명령”으로 작성하기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선택 기준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목적에 맞게 “가장 작은 충분한 도구”부터 선택합니다.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93192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192024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1783080"/>
            <a:ext cx="429768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212848"/>
            <a:ext cx="3931920" cy="38404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간단한 Flask/pyserial 실습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00600" y="2212848"/>
            <a:ext cx="1920240" cy="38404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venv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40880" y="2212848"/>
            <a:ext cx="4297680" cy="38404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 도구이고 가볍다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2715768"/>
            <a:ext cx="3931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OpenCV/과학계산/네이티브 패키지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00600" y="2715768"/>
            <a:ext cx="1920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conda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040880" y="2715768"/>
            <a:ext cx="4297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비파이썬 라이브러리 관리에 강하다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3218688"/>
            <a:ext cx="3931920" cy="38404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Python 프로젝트와 팀 협업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00600" y="3218688"/>
            <a:ext cx="1920240" cy="38404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uv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40880" y="3218688"/>
            <a:ext cx="4297680" cy="38404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설치와 lockfile 기반 재현성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3721608"/>
            <a:ext cx="3931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 실행환경까지 통일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00600" y="3721608"/>
            <a:ext cx="1920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3721608"/>
            <a:ext cx="4297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앱과 실행환경을 이미지로 포장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4224528"/>
            <a:ext cx="3931920" cy="38404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 전체 실습 또는 강한 격리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800600" y="4224528"/>
            <a:ext cx="1920240" cy="38404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040880" y="4224528"/>
            <a:ext cx="4297680" cy="38404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운영체제 단위로 분리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" y="5303520"/>
            <a:ext cx="10561320" cy="502920"/>
          </a:xfrm>
          <a:prstGeom prst="rect">
            <a:avLst/>
          </a:prstGeom>
          <a:solidFill>
            <a:srgbClr val="FFF7E6"/>
          </a:solidFill>
          <a:ln>
            <a:solidFill>
              <a:srgbClr val="F6C85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권장: venv로 시작 → 프로젝트가 커지면 uv/conda → 배포 단계에서 Docker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7D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임베디드 · IoT 개발자 과정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" y="576072"/>
            <a:ext cx="4389120" cy="0"/>
          </a:xfrm>
          <a:prstGeom prst="line">
            <a:avLst/>
          </a:prstGeom>
          <a:noFill/>
          <a:ln w="19050">
            <a:solidFill>
              <a:srgbClr val="0B5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프로젝트 권장 구조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학생들이 프로젝트를 받을 때 바로 실행할 수 있는 형태를 목표로 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프로젝트 환경 관리 · 가상화 · 의존성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657600" cy="384048"/>
          </a:xfrm>
          <a:prstGeom prst="rect">
            <a:avLst/>
          </a:prstGeom>
          <a:solidFill>
            <a:srgbClr val="0B57D0"/>
          </a:solidFill>
          <a:ln>
            <a:solidFill>
              <a:srgbClr val="0B5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 구조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2121408"/>
            <a:ext cx="3657600" cy="2679192"/>
          </a:xfrm>
          <a:prstGeom prst="rect">
            <a:avLst/>
          </a:prstGeom>
          <a:solidFill>
            <a:srgbClr val="F5F9FF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iot-project/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app.py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src/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tests/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data/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requirements.txt 또는 pyproject.toml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.env.example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Dockerfile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README.md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1737360"/>
            <a:ext cx="3291840" cy="384048"/>
          </a:xfrm>
          <a:prstGeom prst="rect">
            <a:avLst/>
          </a:prstGeom>
          <a:solidFill>
            <a:srgbClr val="159447"/>
          </a:solidFill>
          <a:ln>
            <a:solidFill>
              <a:srgbClr val="15944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README 실행 순서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2121408"/>
            <a:ext cx="3291840" cy="2679192"/>
          </a:xfrm>
          <a:prstGeom prst="rect">
            <a:avLst/>
          </a:prstGeom>
          <a:solidFill>
            <a:srgbClr val="F0FFF4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저장소 받기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가상환경 만들기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의존성 설치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환경변수 설정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앱 실행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Docker 실행 선택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92440" y="1737360"/>
            <a:ext cx="3291840" cy="384048"/>
          </a:xfrm>
          <a:prstGeom prst="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체크리스트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092440" y="2121408"/>
            <a:ext cx="3291840" cy="2679192"/>
          </a:xfrm>
          <a:prstGeom prst="rect">
            <a:avLst/>
          </a:prstGeom>
          <a:solidFill>
            <a:srgbClr val="FFF7E6"/>
          </a:solidFill>
          <a:ln w="12700">
            <a:solidFill>
              <a:srgbClr val="C9DAF8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실행됨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의존성 파일 있음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.env.example 있음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README 있음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저장 경로 명확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Dockerfile 있으면 가산점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5285232"/>
            <a:ext cx="10241280" cy="475488"/>
          </a:xfrm>
          <a:prstGeom prst="rect">
            <a:avLst/>
          </a:prstGeom>
          <a:solidFill>
            <a:srgbClr val="F5F9FF"/>
          </a:solidFill>
          <a:ln>
            <a:solidFill>
              <a:srgbClr val="C9DAF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1A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좋은 프로젝트는 “어떻게 실행하는지”를 스스로 설명합니다.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Bindsoft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추가 교육 자료: venv, conda, uv, Docker, VM 비교</dc:title>
  <dc:subject>Day 1 추가 교육 자료 - 프로젝트 환경 관리</dc:subject>
  <dc:creator>OpenAI</dc:creator>
  <cp:lastModifiedBy>OpenAI</cp:lastModifiedBy>
  <cp:revision>1</cp:revision>
  <dcterms:created xsi:type="dcterms:W3CDTF">2026-05-22T00:02:20Z</dcterms:created>
  <dcterms:modified xsi:type="dcterms:W3CDTF">2026-05-22T00:02:20Z</dcterms:modified>
</cp:coreProperties>
</file>